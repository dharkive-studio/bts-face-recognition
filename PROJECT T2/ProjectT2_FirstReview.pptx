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62" r:id="rId5"/>
    <p:sldId id="258" r:id="rId6"/>
    <p:sldId id="260" r:id="rId7"/>
    <p:sldId id="263" r:id="rId8"/>
    <p:sldId id="269" r:id="rId9"/>
    <p:sldId id="268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358BF-5E3A-4811-B791-3537E5F14C31}" type="datetimeFigureOut">
              <a:rPr lang="en-IN" smtClean="0"/>
              <a:t>23-02-2024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1CF65-329B-4FC0-BD81-F7BF02420C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352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FEE0-0CD7-45A5-A730-5EC8BDE0D8D9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57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DE58-FC96-420A-ACEA-15241A896A4C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45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9E9C-B3B6-46FE-A568-B9D577388D42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75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A508-102F-45DB-994A-FCDA0CAE14C8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682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774E-B8A2-4F5C-B5FA-D785A0C05A2E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59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70BE-0155-47E7-8509-A88648CCEC82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63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DE71-85FA-4296-BD22-FA3717DCA8E2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02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EF0E-D1E3-413E-934B-8549D7D1A21A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41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2768-1913-4B51-9959-F62F8ED684BE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19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53BA-939B-4E91-B3F4-265E71AFADD6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65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F933-5EA4-4E01-9CD8-F0B091D3891D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64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838B7-DBF2-4351-ADC6-B01D4416F11D}" type="datetime1">
              <a:rPr lang="en-IN" smtClean="0"/>
              <a:t>23-02-2024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DC104-672A-4227-99C4-0E2CC007F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631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hongyy/Face-Transformer" TargetMode="External"/><Relationship Id="rId2" Type="http://schemas.openxmlformats.org/officeDocument/2006/relationships/hyperlink" Target="https://medium.com/@parthdholakiya180/facial-emotion-detection-using-yolo-v8-ec298385001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echxplore.com/news/2022-12-recognition-framework-based-vision.html" TargetMode="External"/><Relationship Id="rId4" Type="http://schemas.openxmlformats.org/officeDocument/2006/relationships/hyperlink" Target="https://arxiv.org/abs/2103.1480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3954" y="2615421"/>
            <a:ext cx="9144000" cy="301135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Arial Narrow" panose="020B0606020202030204" pitchFamily="34" charset="0"/>
              </a:rPr>
              <a:t>Project Title: </a:t>
            </a:r>
            <a:r>
              <a:rPr lang="en-US" sz="3600" b="1" dirty="0">
                <a:latin typeface="Arial Narrow" panose="020B0606020202030204" pitchFamily="34" charset="0"/>
              </a:rPr>
              <a:t>Implementing YOLOv8 and Face Transformer Models for Advanced Face Recognition</a:t>
            </a:r>
            <a:br>
              <a:rPr lang="en-US" sz="6700" dirty="0">
                <a:latin typeface="Arial Narrow" panose="020B0606020202030204" pitchFamily="34" charset="0"/>
              </a:rPr>
            </a:br>
            <a:br>
              <a:rPr lang="en-US" dirty="0">
                <a:latin typeface="Arial Narrow" panose="020B0606020202030204" pitchFamily="34" charset="0"/>
              </a:rPr>
            </a:br>
            <a:r>
              <a:rPr lang="en-US" sz="3600" dirty="0">
                <a:latin typeface="Arial Narrow" panose="020B0606020202030204" pitchFamily="34" charset="0"/>
              </a:rPr>
              <a:t>Domain: </a:t>
            </a:r>
            <a:r>
              <a:rPr lang="en-US" sz="3600" b="1" dirty="0">
                <a:latin typeface="Arial Narrow" panose="020B0606020202030204" pitchFamily="34" charset="0"/>
              </a:rPr>
              <a:t>Pattern Recognition and Neural Networks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9548" y="4921173"/>
            <a:ext cx="10952813" cy="1655762"/>
          </a:xfrm>
        </p:spPr>
        <p:txBody>
          <a:bodyPr/>
          <a:lstStyle/>
          <a:p>
            <a:pPr algn="r"/>
            <a:r>
              <a:rPr lang="en-US" dirty="0">
                <a:latin typeface="Arial Narrow" panose="020B0606020202030204" pitchFamily="34" charset="0"/>
              </a:rPr>
              <a:t>Register Number: 23MSP3068</a:t>
            </a:r>
          </a:p>
          <a:p>
            <a:pPr algn="r"/>
            <a:r>
              <a:rPr lang="en-US" dirty="0">
                <a:latin typeface="Arial Narrow" panose="020B0606020202030204" pitchFamily="34" charset="0"/>
              </a:rPr>
              <a:t>Name: Dharshani A.</a:t>
            </a:r>
          </a:p>
          <a:p>
            <a:pPr algn="r"/>
            <a:r>
              <a:rPr lang="en-US" dirty="0">
                <a:latin typeface="Arial Narrow" panose="020B0606020202030204" pitchFamily="34" charset="0"/>
              </a:rPr>
              <a:t>Date: 23-02-2024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0"/>
            <a:ext cx="7621064" cy="16956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27227" y="1816676"/>
            <a:ext cx="3507698" cy="58461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Arial Narrow" panose="020B0606020202030204" pitchFamily="34" charset="0"/>
              </a:rPr>
              <a:t>First Review</a:t>
            </a:r>
            <a:endParaRPr lang="en-IN" sz="3200" b="1" dirty="0">
              <a:latin typeface="Arial Narrow" panose="020B0606020202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9843" y="4781862"/>
            <a:ext cx="4916773" cy="179507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Arial Narrow" panose="020B0606020202030204" pitchFamily="34" charset="0"/>
              </a:rPr>
              <a:t>Course Code: </a:t>
            </a:r>
            <a:r>
              <a:rPr lang="en-US" dirty="0">
                <a:latin typeface="Arial Narrow" panose="020B0606020202030204" pitchFamily="34" charset="0"/>
              </a:rPr>
              <a:t>CS7510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Course Title:  </a:t>
            </a:r>
            <a:r>
              <a:rPr lang="en-US" dirty="0">
                <a:latin typeface="Arial Narrow" panose="020B0606020202030204" pitchFamily="34" charset="0"/>
              </a:rPr>
              <a:t>Project 1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70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03665"/>
            <a:ext cx="10515600" cy="1325563"/>
          </a:xfrm>
        </p:spPr>
        <p:txBody>
          <a:bodyPr/>
          <a:lstStyle/>
          <a:p>
            <a:pPr>
              <a:tabLst>
                <a:tab pos="1528763" algn="l"/>
              </a:tabLst>
            </a:pPr>
            <a:r>
              <a:rPr lang="en-US" b="1" dirty="0">
                <a:latin typeface="Arial Narrow" panose="020B0606020202030204" pitchFamily="34" charset="0"/>
              </a:rPr>
              <a:t>Problem Statement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117600"/>
            <a:ext cx="11531600" cy="56038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Face recognition presents a complex yet critical task in fields ranging from security to entertainment and social networking.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Although current models have made significant strides, there's still potential for enhancement in accuracy, robustness, and operational efficiency.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project intends to investigate the capabilities of YOLOv8 and Transformer models to improve face recognition technology.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research will focus on creating a model capable of precisely recognizing faces in a variety of scenarios, which include fluctuating lighting conditions, diverse angles, and different facial expressions.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success of the developed model will be assessed using relevant performance metrics and benchmarked against existing face recognition models.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40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Objectives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343818"/>
            <a:ext cx="11765280" cy="526018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evaluate the current limitations of face recognition technology and identify areas where YOLOv8 and Transformer models might offer improvements.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implement and test the YOLOv8 and Transformer models specifically for the task of face recognition, with a focus on handling various environmental variables.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enhance the accuracy and robustness of face recognition systems, making them more reliable under diverse and challenging conditions.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increase the efficiency of face recognition systems, aiming for a faster processing time which is crucial for real-time applications.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conduct a comprehensive comparison of the proposed models against existing state-of-the-art face recognition models, using standard evaluation metrics.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72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60" y="-205582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Review of Related Literature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4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FC4113-8A02-5273-16E5-90C86559C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" y="978239"/>
            <a:ext cx="9164320" cy="33495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6B4632-A45F-F8A1-B09C-C31494712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60" y="4327747"/>
            <a:ext cx="9164320" cy="22234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2C81A2-2E57-7A1D-A43D-C19EEAD43079}"/>
              </a:ext>
            </a:extLst>
          </p:cNvPr>
          <p:cNvSpPr txBox="1"/>
          <p:nvPr/>
        </p:nvSpPr>
        <p:spPr>
          <a:xfrm>
            <a:off x="9448800" y="457200"/>
            <a:ext cx="2428240" cy="609397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be taken into consideration 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could utilize YOLOv8 for fast face detection in real-time.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Transformer models for in-depth facial feature extraction.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involves large, annotated datasets to elevate recognition precision.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YOLOv8's detection speed with Transformer models' data processing for improved performance under diverse conditions.</a:t>
            </a:r>
          </a:p>
        </p:txBody>
      </p:sp>
    </p:spTree>
    <p:extLst>
      <p:ext uri="{BB962C8B-B14F-4D97-AF65-F5344CB8AC3E}">
        <p14:creationId xmlns:p14="http://schemas.microsoft.com/office/powerpoint/2010/main" val="58136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Dataset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2720"/>
            <a:ext cx="10515600" cy="4734243"/>
          </a:xfrm>
        </p:spPr>
        <p:txBody>
          <a:bodyPr>
            <a:normAutofit/>
          </a:bodyPr>
          <a:lstStyle/>
          <a:p>
            <a:r>
              <a:rPr lang="en-US" sz="3200" dirty="0"/>
              <a:t>Source of the Dataset: @bts.bighitofficial on Instagram</a:t>
            </a:r>
          </a:p>
          <a:p>
            <a:r>
              <a:rPr lang="en-US" sz="3200" dirty="0"/>
              <a:t>No. of Observations: 50 images * 7 members</a:t>
            </a:r>
          </a:p>
          <a:p>
            <a:r>
              <a:rPr lang="en-US" sz="3200" dirty="0"/>
              <a:t>Total Observations after Augmentation: 16800 = 50*7*24*2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5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3AE114-EBBD-186E-77E0-71663A8CB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809841"/>
            <a:ext cx="10226039" cy="17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7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Proposed Methodology</a:t>
            </a:r>
            <a:endParaRPr lang="en-IN" b="1" dirty="0">
              <a:latin typeface="Arial Narrow" panose="020B0606020202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DC368B-2A2A-332C-D794-E38514066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650" y="1051880"/>
            <a:ext cx="8718698" cy="580612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428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6EFA1F-C6F0-A9AA-9744-91484CEF8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"/>
          <a:stretch/>
        </p:blipFill>
        <p:spPr>
          <a:xfrm>
            <a:off x="604995" y="1237788"/>
            <a:ext cx="9467229" cy="260316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AC79B5A-E8E3-A605-8456-89D02ABD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574" y="3429000"/>
            <a:ext cx="3277267" cy="329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931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9BFBC-D418-BE95-3937-0D331B070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0D959-A94E-41AD-CC5E-723BB76F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48D76-7D74-C2E7-E56D-351899C2D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8</a:t>
            </a:fld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F2EAA8-D65C-5B9A-AF48-C64933552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35" y="3235805"/>
            <a:ext cx="9207500" cy="318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15AE1C-FE2A-D64E-49F4-A5FC37117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35" y="1132443"/>
            <a:ext cx="5502208" cy="16721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855B1F-446B-38CB-0896-EA7239D5DAB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0"/>
          <a:stretch/>
        </p:blipFill>
        <p:spPr>
          <a:xfrm>
            <a:off x="6923381" y="435586"/>
            <a:ext cx="4430419" cy="236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6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5644D-9937-1078-006E-AEE917E3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310B7-FE7B-9638-4CA7-EEF71B6C5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10474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B212-E889-C503-13CA-282B55DCA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6794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Train-Test Split for 16800 images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DA2F8-080F-46D3-E560-2C826C9E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805937-0E8E-84C5-7D4F-1DA747E46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505027"/>
            <a:ext cx="7178749" cy="39006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C497A1-EA2A-5248-4E67-67977303912D}"/>
              </a:ext>
            </a:extLst>
          </p:cNvPr>
          <p:cNvSpPr txBox="1"/>
          <p:nvPr/>
        </p:nvSpPr>
        <p:spPr>
          <a:xfrm>
            <a:off x="8261498" y="2781612"/>
            <a:ext cx="40173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Test size = 0.2 = 20%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Train Data = 40*7*24*2</a:t>
            </a:r>
          </a:p>
          <a:p>
            <a:r>
              <a:rPr lang="en-US" sz="2800" dirty="0"/>
              <a:t>Test Data = 10*7*24*2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47883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/>
              <a:t>Next Step of Research Focus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71" y="1343817"/>
            <a:ext cx="11387471" cy="525900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Diversify dataset with more variations in lighting, angles, and expressions.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Optimize YOLOv8 and Transformer models for faster real-time performance.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Research novel model fusion techniques integrating YOLOv8 and Transformers.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Explore ethical and privacy implications of face recognition technology.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Tailor model for specific applications: security, entertainment, social media.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Extend methodologies to other computer vision tasks beyond face recognition.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0526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Conclusion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181" y="1343818"/>
            <a:ext cx="11695814" cy="501253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29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>
                <a:latin typeface="Söhne"/>
              </a:rPr>
              <a:t>Collected data from </a:t>
            </a:r>
            <a:r>
              <a:rPr lang="en-US" sz="2900" b="0" i="0" dirty="0">
                <a:effectLst/>
                <a:latin typeface="Söhne"/>
              </a:rPr>
              <a:t>@bts.bighitofficial on Instagram</a:t>
            </a:r>
          </a:p>
          <a:p>
            <a:pPr marL="0" indent="0" algn="l">
              <a:buNone/>
            </a:pPr>
            <a:endParaRPr lang="en-US" sz="29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>
                <a:latin typeface="Söhne"/>
              </a:rPr>
              <a:t>Augmented the dataset in order to prepare for model training and evaluation</a:t>
            </a:r>
          </a:p>
          <a:p>
            <a:pPr marL="0" indent="0" algn="l">
              <a:buNone/>
            </a:pPr>
            <a:endParaRPr lang="en-US" sz="29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Söhne"/>
              </a:rPr>
              <a:t>Future steps include actual integration testing of YOLOv8 with Transformer models to assess performance improvements in varied conditions.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937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628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References : APA format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182" y="1137684"/>
            <a:ext cx="11695814" cy="5218666"/>
          </a:xfrm>
        </p:spPr>
        <p:txBody>
          <a:bodyPr>
            <a:normAutofit lnSpcReduction="10000"/>
          </a:bodyPr>
          <a:lstStyle/>
          <a:p>
            <a:pPr algn="l">
              <a:buFont typeface="+mj-lt"/>
              <a:buAutoNum type="arabicPeriod"/>
            </a:pPr>
            <a:r>
              <a:rPr lang="en-US" i="0" dirty="0">
                <a:effectLst/>
                <a:latin typeface="+mj-lt"/>
              </a:rPr>
              <a:t> Manashri Gasti, Payal Das, Pranav Telangade, Akshaya Prabhu. (2023). A Review on Face Recognition Systems Built using YOLO (You Only Look Once). </a:t>
            </a:r>
            <a:r>
              <a:rPr lang="en-US" i="0" u="sng" strike="noStrike" dirty="0">
                <a:effectLst/>
                <a:latin typeface="+mj-lt"/>
              </a:rPr>
              <a:t>https://ijrpr.com/uploads/V4ISSUE4/IJRPR11354.pdf</a:t>
            </a:r>
            <a:endParaRPr lang="en-US" i="0" u="sng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  <a:latin typeface="+mj-lt"/>
              </a:rPr>
              <a:t> Dholakiya, P. (2023). Facial Emotion Detection Using YOLO v8. </a:t>
            </a:r>
            <a:r>
              <a:rPr lang="en-US" i="0" u="none" strike="noStrike" dirty="0">
                <a:effectLst/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https://medium.com/@parthdholakiya180/facial-emotion-detection-using-yolo-v8-ec2983850014</a:t>
            </a:r>
            <a:endParaRPr lang="en-US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  <a:latin typeface="+mj-lt"/>
              </a:rPr>
              <a:t> Zhongyy. (2021). Face-Transformer. </a:t>
            </a:r>
            <a:r>
              <a:rPr lang="en-US" i="0" u="none" strike="noStrike" dirty="0"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https://github.com/zhongyy/Face-Transformer</a:t>
            </a:r>
            <a:endParaRPr lang="en-US" i="0" dirty="0">
              <a:effectLst/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i="0" dirty="0">
                <a:effectLst/>
                <a:latin typeface="+mj-lt"/>
              </a:rPr>
              <a:t> Yaoyao Zhong, Weihong Deng. (2021). </a:t>
            </a:r>
            <a:r>
              <a:rPr lang="en-IN" i="0" dirty="0">
                <a:solidFill>
                  <a:srgbClr val="000000"/>
                </a:solidFill>
                <a:effectLst/>
                <a:latin typeface="+mj-lt"/>
              </a:rPr>
              <a:t>Face Transformer for Recognition. </a:t>
            </a:r>
            <a:r>
              <a:rPr lang="en-US" i="0" dirty="0">
                <a:effectLst/>
                <a:latin typeface="+mj-lt"/>
              </a:rPr>
              <a:t> </a:t>
            </a:r>
            <a:r>
              <a:rPr lang="en-US" i="0" u="none" strike="noStrike" dirty="0">
                <a:effectLst/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https://arxiv.org/abs/2103.14803</a:t>
            </a:r>
            <a:endParaRPr lang="en-US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  <a:latin typeface="+mj-lt"/>
              </a:rPr>
              <a:t> Ingrid Fadelli. (2022). A face recognition framework based on vision transformers. </a:t>
            </a:r>
            <a:r>
              <a:rPr lang="en-US" i="0" u="none" strike="noStrike" dirty="0">
                <a:effectLst/>
                <a:latin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https://techxplore.com/news/2022-12-recognition-framework-based-vision.html</a:t>
            </a:r>
            <a:endParaRPr lang="en-US" i="0" dirty="0">
              <a:effectLst/>
              <a:latin typeface="+mj-lt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063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659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Narrow</vt:lpstr>
      <vt:lpstr>Calibri</vt:lpstr>
      <vt:lpstr>Calibri Light</vt:lpstr>
      <vt:lpstr>Söhne</vt:lpstr>
      <vt:lpstr>Times New Roman</vt:lpstr>
      <vt:lpstr>Office Theme</vt:lpstr>
      <vt:lpstr>Project Title: Implementing YOLOv8 and Face Transformer Models for Advanced Face Recognition  Domain: Pattern Recognition and Neural Networks  </vt:lpstr>
      <vt:lpstr>Problem Statement</vt:lpstr>
      <vt:lpstr>Objectives</vt:lpstr>
      <vt:lpstr>Review of Related Literature</vt:lpstr>
      <vt:lpstr>Dataset</vt:lpstr>
      <vt:lpstr>Proposed Methodology</vt:lpstr>
      <vt:lpstr>Exploratory Data Analysis </vt:lpstr>
      <vt:lpstr>Exploratory Data Analysis </vt:lpstr>
      <vt:lpstr>Exploratory Data Analysis </vt:lpstr>
      <vt:lpstr>Next Step of Research Focus</vt:lpstr>
      <vt:lpstr>Conclusion</vt:lpstr>
      <vt:lpstr>References : APA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Domain:</dc:title>
  <dc:creator>Angay</dc:creator>
  <cp:lastModifiedBy>Dharshani A</cp:lastModifiedBy>
  <cp:revision>19</cp:revision>
  <dcterms:created xsi:type="dcterms:W3CDTF">2023-11-15T14:09:37Z</dcterms:created>
  <dcterms:modified xsi:type="dcterms:W3CDTF">2024-02-23T11:22:36Z</dcterms:modified>
</cp:coreProperties>
</file>